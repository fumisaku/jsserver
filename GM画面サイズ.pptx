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5EC6BF-5A87-4D06-B8B3-1BA626A46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8C816C0-D1E4-438F-BCA1-3FF164B215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0B9B3F-19ED-4D9B-B5A6-B0DFD7192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9B52B-A77C-430F-B6DE-366AE8D137CD}" type="datetimeFigureOut">
              <a:rPr kumimoji="1" lang="ja-JP" altLang="en-US" smtClean="0"/>
              <a:t>2019/10/3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2CFB0A-32A6-45CB-A932-3AB08F429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9BCA4D-51D5-4F28-82F8-FC7BF72F1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CE057-6A31-4A22-8080-F4967934E4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7478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1BBFC8-632B-4EF3-9119-CFC72E3D8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BF73A54-C7D4-42C8-9D71-8265D039E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F11B23C-DBAD-44C2-94A7-E1C076F26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9B52B-A77C-430F-B6DE-366AE8D137CD}" type="datetimeFigureOut">
              <a:rPr kumimoji="1" lang="ja-JP" altLang="en-US" smtClean="0"/>
              <a:t>2019/10/3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D3BAD1-D78D-4717-A466-B27A6F376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80169DD-1A2F-4206-9204-925FDDC1E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CE057-6A31-4A22-8080-F4967934E4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6834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D93023-CDB0-4B6F-B53D-3556B15E4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0602169-0FA5-4BEA-B561-0E595ACF8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1B551E-F40C-403D-B36D-32CF051A0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9B52B-A77C-430F-B6DE-366AE8D137CD}" type="datetimeFigureOut">
              <a:rPr kumimoji="1" lang="ja-JP" altLang="en-US" smtClean="0"/>
              <a:t>2019/10/3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894569-B5AB-40D2-88D5-84BE86638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685009-3E2E-4B18-9765-A508C3B00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CE057-6A31-4A22-8080-F4967934E4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3957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639EF7-B6C1-4569-A13C-C10E86799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A4F490C-BF21-4CA4-B84D-7F76974BD4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EDC8DDB-1E2E-4646-ACAF-A08DD799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F60EC01-BCDA-42C0-87A2-385D20D4E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9B52B-A77C-430F-B6DE-366AE8D137CD}" type="datetimeFigureOut">
              <a:rPr kumimoji="1" lang="ja-JP" altLang="en-US" smtClean="0"/>
              <a:t>2019/10/3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70543C4-5555-42EB-9431-1D5D84A1E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5D9B363-D77F-4164-B150-6A17628ED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CE057-6A31-4A22-8080-F4967934E4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1036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DB84E4-5433-47ED-8D76-BFE539267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37C6381-EC21-451A-8634-B8A239934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7170937-A619-4A38-A674-E5502A22B7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7EF2295-7150-4273-A861-06A685F998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D2EA557-2290-4C9E-B24D-FDD70D1E5F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1A0D7E7-BF4B-45DC-ACA4-46E092258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9B52B-A77C-430F-B6DE-366AE8D137CD}" type="datetimeFigureOut">
              <a:rPr kumimoji="1" lang="ja-JP" altLang="en-US" smtClean="0"/>
              <a:t>2019/10/3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C3D580D-60A2-4E2B-B3C2-D2B999F74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F04006C-8510-45FD-9CC4-9E95F14CF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CE057-6A31-4A22-8080-F4967934E4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5828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5B93CA-E735-44B6-A523-1373B71C3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B269C30-792C-4B10-8029-F2B4ECE81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9B52B-A77C-430F-B6DE-366AE8D137CD}" type="datetimeFigureOut">
              <a:rPr kumimoji="1" lang="ja-JP" altLang="en-US" smtClean="0"/>
              <a:t>2019/10/3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37071B3-E926-447E-B8B3-2D43CBE84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C12CF31-7100-47EC-9D3E-3CA7CEB29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CE057-6A31-4A22-8080-F4967934E4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2694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92F4C99-1BFA-4C91-9020-0B6569919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9B52B-A77C-430F-B6DE-366AE8D137CD}" type="datetimeFigureOut">
              <a:rPr kumimoji="1" lang="ja-JP" altLang="en-US" smtClean="0"/>
              <a:t>2019/10/3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D355A50-53C5-49A0-8F08-24B82785C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07A50F2-8038-453C-B4C7-5AA04D68D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CE057-6A31-4A22-8080-F4967934E4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4587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80BB32-3D90-4173-B8CB-5CD501B83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F6FB86-2A70-404C-8D55-196FE6A4E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9FFD15C-32C6-45B7-BDA2-5E46EBE517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AC28011-66D8-4C0C-AF31-A48263E1A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9B52B-A77C-430F-B6DE-366AE8D137CD}" type="datetimeFigureOut">
              <a:rPr kumimoji="1" lang="ja-JP" altLang="en-US" smtClean="0"/>
              <a:t>2019/10/3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2918140-5B03-42C7-9444-CE7A73B8C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66D29AE-935A-4EBF-8580-7342F2CA6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CE057-6A31-4A22-8080-F4967934E4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0059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29BE7E-093E-4FE1-9127-2AAB77BF4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16F31CE-6CDD-45BD-89AE-6D9EF75EAB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4175FD1-C944-4B62-AFB7-F890F9C43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0E2A69-69C8-43C1-B52D-7EE646D89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9B52B-A77C-430F-B6DE-366AE8D137CD}" type="datetimeFigureOut">
              <a:rPr kumimoji="1" lang="ja-JP" altLang="en-US" smtClean="0"/>
              <a:t>2019/10/3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3C6FB0A-E88E-4A05-890B-1A9C0FD6C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D7366F4-FFCA-4EB7-88C1-F6856CFDC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CE057-6A31-4A22-8080-F4967934E4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4762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AFE128-F90E-44F2-A1F8-A5FC0FDD3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FAAB10D-0905-45E1-B138-751368AED2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D93B4F-F3B3-4547-A9F8-F16DD01D2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9B52B-A77C-430F-B6DE-366AE8D137CD}" type="datetimeFigureOut">
              <a:rPr kumimoji="1" lang="ja-JP" altLang="en-US" smtClean="0"/>
              <a:t>2019/10/3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9C63EE-E708-4364-AA39-A21388F11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9E7AE4A-B85B-45D9-8701-9B6DBD28A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CE057-6A31-4A22-8080-F4967934E4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6990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E9FBDAC-B288-4EFF-B9BA-3A1FF1E6E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1A42C35-91E7-45A0-ACD6-327FA4D0F4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EDA26D-1140-4C7D-9A38-6E7DEB1DC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9B52B-A77C-430F-B6DE-366AE8D137CD}" type="datetimeFigureOut">
              <a:rPr kumimoji="1" lang="ja-JP" altLang="en-US" smtClean="0"/>
              <a:t>2019/10/3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C86BFE-9551-48CD-8219-AE32835ED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D6BFB48-81E2-4A59-8AF5-28C3576A5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CE057-6A31-4A22-8080-F4967934E4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9015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B0A8230-FA1F-439C-8777-78B985208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887BFF9-3434-484C-A6ED-97D826DD7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DC8EBC-0205-426C-A9CC-42A7F8F1B2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9B52B-A77C-430F-B6DE-366AE8D137CD}" type="datetimeFigureOut">
              <a:rPr kumimoji="1" lang="ja-JP" altLang="en-US" smtClean="0"/>
              <a:t>2019/10/3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2345593-3ED3-4C69-AB2B-8C9162922D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DA76925-E0A7-4F09-8CBE-F7A36432B4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CE057-6A31-4A22-8080-F4967934E4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7342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EE242DB4-820A-427A-88A6-A4ADE9360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34" y="943584"/>
            <a:ext cx="2148698" cy="525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807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FUMIHIKO SAKURA</dc:creator>
  <cp:lastModifiedBy>FUMIHIKO SAKURA</cp:lastModifiedBy>
  <cp:revision>2</cp:revision>
  <dcterms:created xsi:type="dcterms:W3CDTF">2019-10-03T03:23:06Z</dcterms:created>
  <dcterms:modified xsi:type="dcterms:W3CDTF">2019-10-03T05:19:45Z</dcterms:modified>
</cp:coreProperties>
</file>